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Manrope SemiBold"/>
      <p:regular r:id="rId18"/>
      <p:bold r:id="rId19"/>
    </p:embeddedFon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254F71-F320-4249-97FC-388BF8A55EB8}">
  <a:tblStyle styleId="{F7254F71-F320-4249-97FC-388BF8A55E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Manrope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ManropeSemiBold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ManropeSemiBo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40646341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b4064634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b40646341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b40646341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c69d542a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bc69d542a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01fb6c6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d01fb6c6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01fb6c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d01fb6c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d01fb6c6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d01fb6c6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01fb6c6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d01fb6c6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40646341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bb40646341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40646341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bb40646341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40646341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bb40646341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Artscfghgboard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383675" y="327724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Stumble Guys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83675" y="4164652"/>
            <a:ext cx="8520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4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Statement: </a:t>
            </a:r>
            <a:r>
              <a:rPr b="1" lang="en-GB" sz="64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The "Missing Indian" in Global Medicine</a:t>
            </a:r>
            <a:endParaRPr b="1" sz="64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Indians constitute 18% of the global population, yet they account for less than 2% of participants in worldwide clinical trials. This significant </a:t>
            </a:r>
            <a:r>
              <a:rPr lang="en-GB" sz="44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under representation</a:t>
            </a:r>
            <a:r>
              <a:rPr lang="en-GB" sz="44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means that most medications are never tested on Indian genetic profiles. The consequence is often unknown side effects and reduced treatment efficacy for our population.</a:t>
            </a:r>
            <a:endParaRPr sz="44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383663" y="37209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Fahad Nawaz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03250"/>
            <a:ext cx="9144000" cy="45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365125" y="1454225"/>
            <a:ext cx="8413800" cy="27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GB" sz="1425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Trial-Scout: </a:t>
            </a:r>
            <a:r>
              <a:rPr lang="en-GB" sz="1425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Bridging the Gap for Indian Healthcare</a:t>
            </a:r>
            <a:endParaRPr sz="1425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25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25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Trial-Scout is an Agentic AI System designed to democratize access to clinical trials for the Indian population. Using a Hybrid Multi-Agent Architecture, it matches Indian patients who often have complex and undocumented medical histories to relevant global and local trials.</a:t>
            </a:r>
            <a:endParaRPr sz="1425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425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GB" sz="1425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Core Value:</a:t>
            </a:r>
            <a:endParaRPr b="1" sz="1425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25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Trial-Scout ensures that "Bharat" is no longer invisible in medical research. It helps Indians access cutting-edge treatments while generating crucial data on how drugs affect South Asian ethnicities.</a:t>
            </a:r>
            <a:endParaRPr sz="1425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381900" y="927975"/>
            <a:ext cx="83802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1425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Summary:-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03250"/>
            <a:ext cx="9144000" cy="458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27"/>
          <p:cNvGraphicFramePr/>
          <p:nvPr/>
        </p:nvGraphicFramePr>
        <p:xfrm>
          <a:off x="205588" y="10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{F7254F71-F320-4249-97FC-388BF8A55EB8}</a:tableStyleId>
              </a:tblPr>
              <a:tblGrid>
                <a:gridCol w="3364150"/>
                <a:gridCol w="2684325"/>
                <a:gridCol w="2684325"/>
              </a:tblGrid>
              <a:tr h="893900"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202729"/>
                          </a:solidFill>
                        </a:rPr>
                        <a:t>How different is it from any of the other existing ideas?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202729"/>
                          </a:solidFill>
                        </a:rPr>
                        <a:t>How will it be able to solve the problem?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127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202729"/>
                          </a:solidFill>
                        </a:rPr>
                        <a:t>USP of the proposed solution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Agentic vs. Static: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Unlike rigid sites (e.g., </a:t>
                      </a:r>
                      <a:r>
                        <a:rPr i="1" lang="en-GB" sz="1100">
                          <a:solidFill>
                            <a:schemeClr val="dk1"/>
                          </a:solidFill>
                        </a:rPr>
                        <a:t>clinicaltrials.gov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) requiring manual filtering, Trial-Scout uses a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Multi-Agent Architecture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to proactively extract complex eligibility factors like dialysis status or age range.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Streamlined Automation: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It uses AI agents to automate complex matching (age, genotype, disease stage), completely removing the technical burden from the patient.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Vernacular Bridge: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Removes the English-only barrier through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Hinglish/Indian Native Language Chat Agents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, allowing non-technical users to provide context through natural dialogue.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Parsing Indian Chaos: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Specifically built to handle unstructured data (handwritten notes/PDFs) using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Amazon Textract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, solving for the lack of digital records in India—something Western apps cannot do.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Meaningful Contribution &amp; Hope: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For patients with incurable diseases, it provides a direct path to cutting-edge trials, giving them a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fighting chance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against their condition while advancing research for future generations.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Interactive "Scribe":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A unique engine that converts fragmented, chaotic medical history into a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Standardized JSON Profile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automatically, making the patient "trial-ready" in minutes.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p27"/>
          <p:cNvSpPr txBox="1"/>
          <p:nvPr/>
        </p:nvSpPr>
        <p:spPr>
          <a:xfrm>
            <a:off x="132450" y="680325"/>
            <a:ext cx="138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Solution:- 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image on the background more blurry, also add hospital green on the &quot;additional solution feature overview&quot;"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0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and flow diagram in the image more clear" id="128" name="Google Shape;1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1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slide more clearer to read" id="133" name="Google Shape;1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fect can you make this slide more clear to read specially text in the phone, please make it clearer to read and enhance the slide quality" id="138" name="Google Shape;1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3250"/>
            <a:ext cx="9144000" cy="458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2" title="Artboarddfghjk – 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4825" y="869075"/>
            <a:ext cx="7400175" cy="411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2"/>
          <p:cNvSpPr txBox="1"/>
          <p:nvPr/>
        </p:nvSpPr>
        <p:spPr>
          <a:xfrm>
            <a:off x="3349650" y="407375"/>
            <a:ext cx="244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Architecture 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3250"/>
            <a:ext cx="9144000" cy="458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 title="Artboarddfghjk – 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3"/>
          <p:cNvSpPr txBox="1"/>
          <p:nvPr/>
        </p:nvSpPr>
        <p:spPr>
          <a:xfrm>
            <a:off x="1902750" y="654425"/>
            <a:ext cx="5338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4" name="Google Shape;154;p33" title="technology use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493" y="1421775"/>
            <a:ext cx="7561025" cy="33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